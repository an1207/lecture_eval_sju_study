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embeddedFontLst>
    <p:embeddedFont>
      <p:font typeface="Proxima Nova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ProximaNov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ProximaNova-italic.fntdata"/><Relationship Id="rId50" Type="http://schemas.openxmlformats.org/officeDocument/2006/relationships/font" Target="fonts/ProximaNova-bold.fntdata"/><Relationship Id="rId52" Type="http://schemas.openxmlformats.org/officeDocument/2006/relationships/font" Target="fonts/ProximaNova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eac6135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eac61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556148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556148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eac6135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eac61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180b4f8d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180b4f8d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180b4f8d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180b4f8d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180b4f8d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180b4f8d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180b4f8d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180b4f8d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307bb162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307bb162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307bb162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307bb162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307bb162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307bb162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307bb162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307bb162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307bb162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307bb162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307bb162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307bb162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307bb162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307bb162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307bb162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307bb162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180b4f8d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180b4f8d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307bb162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307bb162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307bb162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307bb162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307bb162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307bb162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307bb162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307bb162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307bb162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307bb162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80b4f8d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180b4f8d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180b4f8d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180b4f8d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180b4f8d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180b4f8d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180b4f8d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180b4f8d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307bb162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307bb162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307bb162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307bb162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307bb162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307bb162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307bb162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307bb162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307bb162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307bb162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307bb162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307bb162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307bb162b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307bb162b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307bb162b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307bb162b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307bb162b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307bb162b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307bb162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307bb162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307bb162b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307bb162b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307bb162b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307bb162b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307bb162b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307bb162b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307bb162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307bb162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307bb162b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307bb162b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307bb162b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307bb162b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307bb162b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307bb162b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307bb162b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307bb162b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filezilla-project.org/download.php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main.js" TargetMode="External"/><Relationship Id="rId4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main.js" TargetMode="External"/><Relationship Id="rId4" Type="http://schemas.openxmlformats.org/officeDocument/2006/relationships/hyperlink" Target="http://localhost:3000/health" TargetMode="External"/><Relationship Id="rId5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3.35.131.170:5173/" TargetMode="External"/><Relationship Id="rId4" Type="http://schemas.openxmlformats.org/officeDocument/2006/relationships/hyperlink" Target="http://3.35.131.170:3000/health" TargetMode="External"/><Relationship Id="rId5" Type="http://schemas.openxmlformats.org/officeDocument/2006/relationships/hyperlink" Target="http://3.35.131.170:3000/db-check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://localhost:3000/health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실전 DevOps 입문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목표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chemeClr val="accent1"/>
                </a:solidFill>
              </a:rPr>
              <a:t>수동 배포로 이해하는 네트워크 흐름</a:t>
            </a:r>
            <a:endParaRPr b="1" sz="2600"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수동 배포를 통해 백엔드 서비스가 클라우드 환경에서 동작하는 과정을 확인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내 PC → App Server → DB Server로 이어지는 네트워크 흐름 이해</a:t>
            </a:r>
            <a:endParaRPr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54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산출물</a:t>
            </a:r>
            <a:endParaRPr/>
          </a:p>
        </p:txBody>
      </p:sp>
      <p:pic>
        <p:nvPicPr>
          <p:cNvPr id="72" name="Google Shape;72;p15" title="ChatGPT Image 2026년 6월 16일 오전 12_02_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8800" y="1203725"/>
            <a:ext cx="6386400" cy="35942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요구사항 분석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App Server와 DB Server 환경 구성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로컬에서 빌드한 어플리케이션을 클라우드 서버에 배포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Backend </a:t>
            </a:r>
            <a:r>
              <a:rPr lang="ko"/>
              <a:t>인스턴스 생성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리전 선택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아시아 태평양 (서울)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 </a:t>
            </a:r>
            <a:r>
              <a:rPr lang="ko"/>
              <a:t>인스턴스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backend_devops-test_01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OS: Ubuntu 24.04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인스턴스 유형: t3.small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키페어: 새 키 페어 생성 (key_devops-test) .pem 형식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보안그룹: 보안 그룹 생성 - SSH 허용 (위치무관), HTTPS 허용, HTTP 허용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스토리지: gp3, 8gb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DB 인스턴스 생성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리전 선택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아시아 태평양 (서울)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DB 인스턴스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rdb_devops-test_01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OS: Ubuntu 24.04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인스턴스 유형: t3.small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키페어: </a:t>
            </a:r>
            <a:r>
              <a:rPr lang="ko"/>
              <a:t>만들어 놨던 키페어 사용</a:t>
            </a:r>
            <a:r>
              <a:rPr lang="ko"/>
              <a:t> (key_devops-test)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보안그룹: 보안 그룹 생성 - SSH 허용 (위치무관)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스토리지: gp3, 8gb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SSH 접속 </a:t>
            </a:r>
            <a:r>
              <a:rPr lang="ko"/>
              <a:t>확인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0800"/>
            <a:ext cx="8839201" cy="238244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보안 그룹 확인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3687425"/>
            <a:ext cx="85206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SSH </a:t>
            </a:r>
            <a:r>
              <a:rPr lang="ko"/>
              <a:t>인바운드 규칙 확인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외부에서 서버에 접근할수 있도록 출발지와 접속 port를 허용하는 정책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8839200" cy="233570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서버 세팅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DB</a:t>
            </a:r>
            <a:r>
              <a:rPr lang="ko"/>
              <a:t>서버에 Mysql 설치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 서버에 Nodejs 설치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Mysql 설치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패키지 목록 최신화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apt update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 Mysql 설치 및 확인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apt install -y mysql-server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mysql --version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sudo systemctl status mysql (꺼져 있다면 sudo systemctl enable --now mysql)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85" y="0"/>
            <a:ext cx="771523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Mysql DB </a:t>
            </a:r>
            <a:r>
              <a:rPr lang="ko"/>
              <a:t>생성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Mysql 접속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mysql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 데이터베이스 생성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/>
              <a:t>CREATE DATABASE lecture_eval CHARACTER SET utf8mb4 COLLATE utf8mb4_unicode_ci; 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500"/>
              <a:t>SHOW DATABASES; (lecture_eval 이 보이면 성공)</a:t>
            </a:r>
            <a:endParaRPr b="1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Mysql </a:t>
            </a:r>
            <a:r>
              <a:rPr lang="ko"/>
              <a:t>앱 전용 계정 생성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</a:t>
            </a:r>
            <a:r>
              <a:rPr lang="ko"/>
              <a:t>앱 전용 계정 생성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CREATE USER 'lecture_app'@'%' IDENTIFIED BY 'LectureApp1234!';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GRANT ALL PRIVILEGES ON lecture_eval.* TO 'lecture_app'@'%';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FLUSH PRIVILEGES;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% : 어떤 호스트에서 접속해도 허용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GRANT ALL PRIVILEGES ON : DB안의 모든 테이블에 권한을 줌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FLUSH PRIVILEGES: 권한 변경사항 적용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Mysql 앱 전용 계정 </a:t>
            </a:r>
            <a:r>
              <a:rPr lang="ko"/>
              <a:t>접속 테스트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</a:t>
            </a:r>
            <a:r>
              <a:rPr lang="ko"/>
              <a:t>관리자 권한 나오기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exit;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 생성한 계정으로 접속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mysql -u lecture_app -p lecture_eval (비밀번호 입력: LectureApp1234!)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 생성한 DB가 보이는지 권한 확인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show databases; (</a:t>
            </a:r>
            <a:r>
              <a:rPr b="1" lang="ko" sz="1500"/>
              <a:t>lecture_eval 이 보이면 성공</a:t>
            </a:r>
            <a:r>
              <a:rPr b="1" lang="ko"/>
              <a:t>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테이블 자동생성 안될때 대비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USE lecture_eval;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 TABLE users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id INT NOT NULL AUTO_INCREMENT,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email VARCHAR(255) NOT NULL,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password VARCHAR(255) NOT NULL,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name VARCHAR(255) NOT NULL,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role ENUM('user', 'admin') NOT NULL DEFAULT 'user',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createdAt DATETIME(6) NOT NULL DEFAULT CURRENT_TIMESTAMP(6),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updatedAt DATETIME(6) NOT NULL DEFAULT CURRENT_TIMESTAMP(6) ON UPDATE CURRENT_TIMESTAMP(6),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PRIMARY KEY (id),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UNIQUE KEY IDX_users_email (email)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) ENGINE=InnoDB DEFAULT CHARSET=utf8mb4 COLLATE=utf8mb4_unicode_ci;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 TABLE posts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id INT NOT NULL AUTO_INCREMENT,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title VARCHAR(255) NOT NULL,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content TEXT NOT NULL,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authorId INT NOT NULL,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createdAt DATETIME(6) NOT NULL DEFAULT CURRENT_TIMESTAMP(6),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updatedAt DATETIME(6) NOT NULL DEFAULT CURRENT_TIMESTAMP(6) ON UPDATE CURRENT_TIMESTAMP(6),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PRIMARY KEY (id),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KEY IDX_posts_authorId (authorId),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CONSTRAINT FK_posts_author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FOREIGN KEY (authorId)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REFERENCES users(id)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DELETE CASCADE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) ENGINE=InnoDB DEFAULT CHARSET=utf8mb4 COLLATE=utf8mb4_unicode_ci;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 TABLE comments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id INT NOT NULL AUTO_INCREMENT,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content TEXT NOT NULL,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postId INT NOT NULL,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authorId INT NOT NULL,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createdAt DATETIME(6) NOT NULL DEFAULT CURRENT_TIMESTAMP(6),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updatedAt DATETIME(6) NOT NULL DEFAULT CURRENT_TIMESTAMP(6) ON UPDATE CURRENT_TIMESTAMP(6),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PRIMARY KEY (id),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KEY IDX_comments_postId (postId),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KEY IDX_comments_authorId (authorId),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CONSTRAINT FK_comments_post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FOREIGN KEY (postId)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REFERENCES posts(id)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DELETE CASCADE,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CONSTRAINT FK_comments_author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FOREIGN KEY (authorId)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REFERENCES users(id)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DELETE CASCADE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) ENGINE=InnoDB DEFAULT CHARSET=utf8mb4 COLLATE=utf8mb4_unicode_ci;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431" y="0"/>
            <a:ext cx="77371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Nodejs </a:t>
            </a:r>
            <a:r>
              <a:rPr lang="ko"/>
              <a:t>설치 준비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패키지 목록 최신화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apt update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 NodeSource 스크립트를 받아오기 위한 최소 도구 설치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sudo apt install -y curl ca-certificates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Nodejs 설치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ko" sz="1350"/>
              <a:t># Node.js 20.x 저장소 등록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ko" sz="1350"/>
              <a:t>curl -fsSL https://deb.nodesource.com/setup_20.x | sudo -E bash -</a:t>
            </a:r>
            <a:endParaRPr b="1"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 sz="1350"/>
              <a:t># Node.js 설치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ko" sz="1350"/>
              <a:t>sudo apt install -y nodejs</a:t>
            </a:r>
            <a:endParaRPr b="1"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 sz="1350"/>
              <a:t># 설치 확인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ko" sz="1350"/>
              <a:t>node -v</a:t>
            </a:r>
            <a:endParaRPr b="1"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b="1" lang="ko" sz="1350"/>
              <a:t>npm -v</a:t>
            </a:r>
            <a:endParaRPr b="1" sz="13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" y="0"/>
            <a:ext cx="913915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빌드 하기</a:t>
            </a:r>
            <a:endParaRPr/>
          </a:p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로컬에서 Backend, Frontend 빌드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프론트엔드 </a:t>
            </a:r>
            <a:r>
              <a:rPr lang="ko"/>
              <a:t>빌드 </a:t>
            </a:r>
            <a:r>
              <a:rPr lang="ko"/>
              <a:t>준비</a:t>
            </a:r>
            <a:endParaRPr/>
          </a:p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# Frontend </a:t>
            </a:r>
            <a:r>
              <a:rPr lang="ko" sz="1700"/>
              <a:t>폴더에 .env.production </a:t>
            </a:r>
            <a:r>
              <a:rPr lang="ko" sz="1700"/>
              <a:t>파일 만들기  (.env.example 을 참고하여 아래 내용 수정)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VITE_API_URL=http://{EC2_PUBLIC_IP}:3000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※ public ip 는 aws console에서 확인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※ 백엔드는 서버에서 생성함</a:t>
            </a:r>
            <a:endParaRPr/>
          </a:p>
        </p:txBody>
      </p:sp>
      <p:pic>
        <p:nvPicPr>
          <p:cNvPr id="179" name="Google Shape;1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68900"/>
            <a:ext cx="579120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" y="0"/>
            <a:ext cx="91391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빌드</a:t>
            </a:r>
            <a:endParaRPr/>
          </a:p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npm install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 빌드 - 프로젝트 루트 폴더에서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npm run build:zip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(빌드 후 deploy 폴더에 backend, frontend zip 파일이 있는지 확인)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파일 전송 준비</a:t>
            </a:r>
            <a:endParaRPr/>
          </a:p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파일질라 설치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https://filezilla-project.org/download.php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Show additional download options 페이지 하단의 이부분 선택해서 설치하는게 좋음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pem 파일 위치 확인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인스턴스 만들때 키페어를 생성하면 다운로드 폴더에 pem 파일이 자동으로 다운로드 됨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다운로드 폴더에 pem 파일이 있는지 확인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파일 질라 세팅</a:t>
            </a:r>
            <a:endParaRPr/>
          </a:p>
        </p:txBody>
      </p:sp>
      <p:sp>
        <p:nvSpPr>
          <p:cNvPr id="202" name="Google Shape;20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파일 &gt; 사이트 관리자 에서 새 사이트 생성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호스트는 Backend 서버의 public IP 입력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25" y="2031613"/>
            <a:ext cx="8848725" cy="2714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업로드</a:t>
            </a:r>
            <a:endParaRPr/>
          </a:p>
        </p:txBody>
      </p:sp>
      <p:pic>
        <p:nvPicPr>
          <p:cNvPr id="209" name="Google Shape;209;p38"/>
          <p:cNvPicPr preferRelativeResize="0"/>
          <p:nvPr/>
        </p:nvPicPr>
        <p:blipFill rotWithShape="1">
          <a:blip r:embed="rId3">
            <a:alphaModFix/>
          </a:blip>
          <a:srcRect b="0" l="0" r="0" t="21954"/>
          <a:stretch/>
        </p:blipFill>
        <p:spPr>
          <a:xfrm>
            <a:off x="825047" y="1982812"/>
            <a:ext cx="7493907" cy="2524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311700" y="1152475"/>
            <a:ext cx="8520600" cy="10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deploy </a:t>
            </a:r>
            <a:r>
              <a:rPr lang="ko"/>
              <a:t>폴더의 압축파일 2개를 더블클릭하여 업로드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업로드 후 ssh 에서 업로드한 파일 확인</a:t>
            </a:r>
            <a:endParaRPr/>
          </a:p>
        </p:txBody>
      </p:sp>
      <p:pic>
        <p:nvPicPr>
          <p:cNvPr id="211" name="Google Shape;21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050" y="4577550"/>
            <a:ext cx="2934180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배포 폴더 만들기</a:t>
            </a:r>
            <a:endParaRPr/>
          </a:p>
        </p:txBody>
      </p:sp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sudo mkdir -p /var/www/lecture-eval/backend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sudo mkdir -p /var/www/lecture-eval/frontend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파일 이동</a:t>
            </a:r>
            <a:endParaRPr/>
          </a:p>
        </p:txBody>
      </p:sp>
      <p:sp>
        <p:nvSpPr>
          <p:cNvPr id="223" name="Google Shape;22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sudo mv ~/backend-deploy.zip /var/www/lecture-eval/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sudo mv ~/frontend-deploy.zip /var/www/lecture-eval/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※ ~ : 유저별 폴더 위치를 대신해 쓸수 있음</a:t>
            </a:r>
            <a:endParaRPr/>
          </a:p>
        </p:txBody>
      </p:sp>
      <p:pic>
        <p:nvPicPr>
          <p:cNvPr id="224" name="Google Shape;22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5" y="2767480"/>
            <a:ext cx="8060325" cy="180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압축 해제</a:t>
            </a:r>
            <a:endParaRPr/>
          </a:p>
        </p:txBody>
      </p:sp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unzip </a:t>
            </a:r>
            <a:r>
              <a:rPr lang="ko"/>
              <a:t>설치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apt install -y unzip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 압축 해제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cd /var/www/lecture-eval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unzip -o backend-deploy.zip -d backend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sudo unzip -o frontend-deploy.zip -d frontend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백엔드 환경설정 파일 생성</a:t>
            </a:r>
            <a:endParaRPr/>
          </a:p>
        </p:txBody>
      </p:sp>
      <p:sp>
        <p:nvSpPr>
          <p:cNvPr id="236" name="Google Shape;23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</a:t>
            </a:r>
            <a:r>
              <a:rPr lang="ko"/>
              <a:t>예제를 복사해 사본을 만들어서 수정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cd /var/www/lecture-eval/backend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cp .env.example .env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sudo vi .env</a:t>
            </a:r>
            <a:endParaRPr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백엔드 환경설정 파일 생성</a:t>
            </a:r>
            <a:endParaRPr/>
          </a:p>
        </p:txBody>
      </p:sp>
      <p:pic>
        <p:nvPicPr>
          <p:cNvPr id="242" name="Google Shape;24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750" y="1958275"/>
            <a:ext cx="4508499" cy="28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DB_HOST</a:t>
            </a:r>
            <a:r>
              <a:rPr lang="ko"/>
              <a:t>는 db의 private ip를 찾아서 입력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CORS_ORIGINS=http://{backend_public_ip}:5173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백엔드 의존성 설치</a:t>
            </a:r>
            <a:endParaRPr/>
          </a:p>
        </p:txBody>
      </p:sp>
      <p:sp>
        <p:nvSpPr>
          <p:cNvPr id="263" name="Google Shape;26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cd /var/www/lecture-eval/backend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npm ci --omit=dev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ci : 의존성 폴더를 삭제하고 새로 설치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omit=dev: 개발을 위한 의존성을 제외하고 설치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백엔드 실행</a:t>
            </a:r>
            <a:endParaRPr/>
          </a:p>
        </p:txBody>
      </p:sp>
      <p:sp>
        <p:nvSpPr>
          <p:cNvPr id="269" name="Google Shape;26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 /var/www/lecture-eval/backend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node dist/</a:t>
            </a:r>
            <a:r>
              <a:rPr lang="ko" u="sng">
                <a:solidFill>
                  <a:schemeClr val="hlink"/>
                </a:solidFill>
                <a:hlinkClick r:id="rId3"/>
              </a:rPr>
              <a:t>main.js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11430"/>
            <a:ext cx="9144001" cy="2809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DB</a:t>
            </a:r>
            <a:r>
              <a:rPr lang="ko"/>
              <a:t>서버 인바운드 규칙 추가</a:t>
            </a:r>
            <a:endParaRPr/>
          </a:p>
        </p:txBody>
      </p:sp>
      <p:pic>
        <p:nvPicPr>
          <p:cNvPr id="276" name="Google Shape;27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40925"/>
            <a:ext cx="8839200" cy="220626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7" name="Google Shape;277;p48"/>
          <p:cNvSpPr txBox="1"/>
          <p:nvPr>
            <p:ph idx="1" type="body"/>
          </p:nvPr>
        </p:nvSpPr>
        <p:spPr>
          <a:xfrm>
            <a:off x="311700" y="1152475"/>
            <a:ext cx="8520600" cy="12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 → DB</a:t>
            </a:r>
            <a:r>
              <a:rPr lang="ko"/>
              <a:t> 인바운드 규칙 추가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IP</a:t>
            </a:r>
            <a:r>
              <a:rPr lang="ko"/>
              <a:t>에는 Backend 서버의 private ip를 써줌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Backend </a:t>
            </a:r>
            <a:r>
              <a:rPr lang="ko"/>
              <a:t>서버 </a:t>
            </a:r>
            <a:r>
              <a:rPr lang="ko"/>
              <a:t>인바운드 규칙 추가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9"/>
          <p:cNvSpPr txBox="1"/>
          <p:nvPr>
            <p:ph idx="1" type="body"/>
          </p:nvPr>
        </p:nvSpPr>
        <p:spPr>
          <a:xfrm>
            <a:off x="311700" y="1152475"/>
            <a:ext cx="8520600" cy="10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인바운드 설정 한김에 backend도 같이 설정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5173: frontend</a:t>
            </a:r>
            <a:r>
              <a:rPr lang="ko"/>
              <a:t>로 접근할 포트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3000: backend로 접근할 포트</a:t>
            </a:r>
            <a:endParaRPr/>
          </a:p>
        </p:txBody>
      </p:sp>
      <p:pic>
        <p:nvPicPr>
          <p:cNvPr id="284" name="Google Shape;28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40925"/>
            <a:ext cx="8839198" cy="228501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백엔드 실행</a:t>
            </a:r>
            <a:endParaRPr/>
          </a:p>
        </p:txBody>
      </p:sp>
      <p:sp>
        <p:nvSpPr>
          <p:cNvPr id="290" name="Google Shape;29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</a:t>
            </a:r>
            <a:r>
              <a:rPr lang="ko"/>
              <a:t>다시 실행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node dist/</a:t>
            </a:r>
            <a:r>
              <a:rPr b="1" lang="ko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main.js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정상 실행 확인 - 다른 새 연결을 만들어서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curl </a:t>
            </a:r>
            <a:r>
              <a:rPr b="1" lang="ko" u="sng">
                <a:solidFill>
                  <a:schemeClr val="hlink"/>
                </a:solidFill>
                <a:hlinkClick r:id="rId4"/>
              </a:rPr>
              <a:t>http://localhost:3000/health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curl http://localhost:3000/db-check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88" y="3527013"/>
            <a:ext cx="7896225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DB 연결에러가 계속 발생?</a:t>
            </a:r>
            <a:endParaRPr/>
          </a:p>
        </p:txBody>
      </p:sp>
      <p:sp>
        <p:nvSpPr>
          <p:cNvPr id="297" name="Google Shape;29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backend 서버에서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nc -vz {DB_PRIVATE_IP} 3306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succeeded 가 안나오면 DB서버에서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sudo vi /etc/mysql/mysql.conf.d/mysqld.cnf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</a:t>
            </a:r>
            <a:r>
              <a:rPr b="1" lang="ko"/>
              <a:t>bind-address = 0.0.0.0 </a:t>
            </a:r>
            <a:r>
              <a:rPr lang="ko"/>
              <a:t>로 수정, 이후 재시작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sudo systemctl restart mysql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실행 했는지 포트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sudo ss -lntp | grep 3306</a:t>
            </a:r>
            <a:endParaRPr b="1"/>
          </a:p>
        </p:txBody>
      </p:sp>
      <p:pic>
        <p:nvPicPr>
          <p:cNvPr id="298" name="Google Shape;29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52300"/>
            <a:ext cx="8475826" cy="3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그래도 발생?</a:t>
            </a:r>
            <a:endParaRPr/>
          </a:p>
        </p:txBody>
      </p:sp>
      <p:sp>
        <p:nvSpPr>
          <p:cNvPr id="304" name="Google Shape;304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DB </a:t>
            </a:r>
            <a:r>
              <a:rPr lang="ko"/>
              <a:t>서버에서 유저, database 확인 → 없다면 다시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sudo mysql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SELECT user, host FROM mysql.user WHERE user = 'lecture_app';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Show databases;</a:t>
            </a:r>
            <a:endParaRPr b="1"/>
          </a:p>
        </p:txBody>
      </p:sp>
      <p:pic>
        <p:nvPicPr>
          <p:cNvPr id="305" name="Google Shape;30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475" y="2562213"/>
            <a:ext cx="74390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프론트 실행</a:t>
            </a:r>
            <a:endParaRPr/>
          </a:p>
        </p:txBody>
      </p:sp>
      <p:sp>
        <p:nvSpPr>
          <p:cNvPr id="311" name="Google Shape;31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cd /var/www/lecture-eval/frontend/dist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sudo npm install -g serve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/>
              <a:t>serve -s -n . -l 5173</a:t>
            </a:r>
            <a:endParaRPr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4"/>
          <p:cNvSpPr txBox="1"/>
          <p:nvPr>
            <p:ph type="title"/>
          </p:nvPr>
        </p:nvSpPr>
        <p:spPr>
          <a:xfrm>
            <a:off x="152400" y="42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접속 확인</a:t>
            </a:r>
            <a:endParaRPr/>
          </a:p>
        </p:txBody>
      </p:sp>
      <p:sp>
        <p:nvSpPr>
          <p:cNvPr id="317" name="Google Shape;317;p54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/>
              <a:t>http://{EC2_PUBLIC_IP}:</a:t>
            </a:r>
            <a:r>
              <a:rPr b="1" lang="ko"/>
              <a:t>5173</a:t>
            </a:r>
            <a:endParaRPr b="1"/>
          </a:p>
        </p:txBody>
      </p:sp>
      <p:pic>
        <p:nvPicPr>
          <p:cNvPr id="318" name="Google Shape;31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77575"/>
            <a:ext cx="8839199" cy="254031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뭐가 안되나?</a:t>
            </a:r>
            <a:endParaRPr/>
          </a:p>
        </p:txBody>
      </p:sp>
      <p:sp>
        <p:nvSpPr>
          <p:cNvPr id="324" name="Google Shape;32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브라우저 → front 경로 확인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 u="sng">
                <a:solidFill>
                  <a:schemeClr val="hlink"/>
                </a:solidFill>
                <a:hlinkClick r:id="rId3"/>
              </a:rPr>
              <a:t>http://3.35.131.170:5173/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브라우저 → backend 경로 확인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 u="sng">
                <a:solidFill>
                  <a:schemeClr val="hlink"/>
                </a:solidFill>
                <a:hlinkClick r:id="rId4"/>
              </a:rPr>
              <a:t>http://3.35.131.170:3000/health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브라우저 → backend → DB 경로 확인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 u="sng">
                <a:solidFill>
                  <a:schemeClr val="hlink"/>
                </a:solidFill>
                <a:hlinkClick r:id="rId5"/>
              </a:rPr>
              <a:t>http://3.35.131.170:3000/db-check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Backend </a:t>
            </a:r>
            <a:r>
              <a:rPr lang="ko"/>
              <a:t>이슈 확인</a:t>
            </a:r>
            <a:endParaRPr/>
          </a:p>
        </p:txBody>
      </p:sp>
      <p:sp>
        <p:nvSpPr>
          <p:cNvPr id="330" name="Google Shape;330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Backend </a:t>
            </a:r>
            <a:r>
              <a:rPr lang="ko"/>
              <a:t>서버 내에선 동작하는데 브라우저에선 안된다?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curl </a:t>
            </a:r>
            <a:r>
              <a:rPr b="1" lang="ko" u="sng">
                <a:solidFill>
                  <a:schemeClr val="hlink"/>
                </a:solidFill>
                <a:hlinkClick r:id="rId3"/>
              </a:rPr>
              <a:t>http://localhost:3000/health</a:t>
            </a:r>
            <a:r>
              <a:rPr b="1" lang="ko"/>
              <a:t>  → 서버 내에서는 성공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http://{BACKEND_PUBLIC_IP}:3000/health → 브라우저에서는 실패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 외부 인터페이스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ss -lntp | grep 3000 → 0.0.0.0:3000 이 아니라면?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 .env 에 수정 + 인바운드 규칙도 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HOST=0.0.0.0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PORT=3000 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