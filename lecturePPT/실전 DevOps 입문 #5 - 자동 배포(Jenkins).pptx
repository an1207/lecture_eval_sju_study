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png" ContentType="image/png"/>
  <Default Extension="odttf" ContentType="application/vnd.openxmlformats-officedocument.obfuscatedfont"/>
  <Default Extension="rels" ContentType="application/vnd.openxmlformats-package.relationships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16"/>
  </p:sldMasterIdLst>
  <p:notesMasterIdLst>
    <p:notesMasterId r:id="rId18"/>
  </p:notesMasterIdLst>
  <p:sldIdLst>
    <p:sldId id="256" r:id="rId20"/>
    <p:sldId id="257" r:id="rId22"/>
    <p:sldId id="258" r:id="rId24"/>
    <p:sldId id="259" r:id="rId26"/>
    <p:sldId id="260" r:id="rId28"/>
    <p:sldId id="261" r:id="rId30"/>
    <p:sldId id="262" r:id="rId32"/>
    <p:sldId id="263" r:id="rId34"/>
    <p:sldId id="264" r:id="rId36"/>
    <p:sldId id="265" r:id="rId38"/>
    <p:sldId id="266" r:id="rId40"/>
    <p:sldId id="267" r:id="rId42"/>
    <p:sldId id="268" r:id="rId44"/>
    <p:sldId id="269" r:id="rId46"/>
    <p:sldId id="270" r:id="rId48"/>
    <p:sldId id="271" r:id="rId50"/>
    <p:sldId id="272" r:id="rId52"/>
    <p:sldId id="273" r:id="rId54"/>
    <p:sldId id="274" r:id="rId56"/>
    <p:sldId id="275" r:id="rId58"/>
    <p:sldId id="276" r:id="rId60"/>
    <p:sldId id="277" r:id="rId62"/>
    <p:sldId id="278" r:id="rId64"/>
    <p:sldId id="279" r:id="rId66"/>
    <p:sldId id="280" r:id="rId68"/>
    <p:sldId id="281" r:id="rId70"/>
    <p:sldId id="282" r:id="rId72"/>
    <p:sldId id="283" r:id="rId74"/>
    <p:sldId id="284" r:id="rId76"/>
    <p:sldId id="285" r:id="rId78"/>
    <p:sldId id="286" r:id="rId80"/>
    <p:sldId id="287" r:id="rId82"/>
    <p:sldId id="288" r:id="rId84"/>
    <p:sldId id="289" r:id="rId86"/>
    <p:sldId id="290" r:id="rId88"/>
    <p:sldId id="291" r:id="rId90"/>
    <p:sldId id="292" r:id="rId92"/>
    <p:sldId id="293" r:id="rId94"/>
    <p:sldId id="294" r:id="rId96"/>
    <p:sldId id="295" r:id="rId98"/>
    <p:sldId id="296" r:id="rId100"/>
    <p:sldId id="297" r:id="rId102"/>
    <p:sldId id="298" r:id="rId104"/>
    <p:sldId id="299" r:id="rId105"/>
    <p:sldId id="300" r:id="rId107"/>
    <p:sldId id="301" r:id="rId109"/>
    <p:sldId id="302" r:id="rId111"/>
    <p:sldId id="303" r:id="rId113"/>
  </p:sldIdLst>
  <p:sldSz cx="9144000" cy="51435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 userDrawn="0">
          <p15:clr>
            <a:srgbClr val="747775"/>
          </p15:clr>
        </p15:guide>
        <p15:guide id="2" pos="2879" userDrawn="0">
          <p15:clr>
            <a:srgbClr val="747775"/>
          </p15:clr>
        </p15:guide>
      </p15:sldGuideLst>
    </p:ext>
  </p:extLst>
  <p:embeddedFontLst>
    <p:embeddedFont>
      <p:font typeface="Proxima Nova" panose="" pitchFamily="7078002" charset="6750319">
        <p:regular r:id="rId2"/>
        <p:bold r:id="rId1"/>
        <p:italic r:id="rId4"/>
        <p:boldItalic r:id="rId3"/>
      </p:font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 lastView="sldView"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1619"/>
        <p:guide pos="2879"/>
      </p:guideLst>
    </p:cSldViewPr>
  </p:slideViewPr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ProximaNova-bold.fntdata"></Relationship><Relationship Id="rId2" Type="http://schemas.openxmlformats.org/officeDocument/2006/relationships/font" Target="fonts/ProximaNova-regular.fntdata"></Relationship><Relationship Id="rId3" Type="http://schemas.openxmlformats.org/officeDocument/2006/relationships/font" Target="fonts/ProximaNova-boldItalic.fntdata"></Relationship><Relationship Id="rId4" Type="http://schemas.openxmlformats.org/officeDocument/2006/relationships/font" Target="fonts/ProximaNova-italic.fntdata"></Relationship><Relationship Id="rId16" Type="http://schemas.openxmlformats.org/officeDocument/2006/relationships/slideMaster" Target="slideMasters/slideMaster1.xml"></Relationship><Relationship Id="rId17" Type="http://schemas.openxmlformats.org/officeDocument/2006/relationships/theme" Target="theme/theme1.xml"></Relationship><Relationship Id="rId18" Type="http://schemas.openxmlformats.org/officeDocument/2006/relationships/notesMaster" Target="notesMasters/notesMaster1.xml"></Relationship><Relationship Id="rId20" Type="http://schemas.openxmlformats.org/officeDocument/2006/relationships/slide" Target="slides/slide1.xml"></Relationship><Relationship Id="rId22" Type="http://schemas.openxmlformats.org/officeDocument/2006/relationships/slide" Target="slides/slide2.xml"></Relationship><Relationship Id="rId24" Type="http://schemas.openxmlformats.org/officeDocument/2006/relationships/slide" Target="slides/slide3.xml"></Relationship><Relationship Id="rId26" Type="http://schemas.openxmlformats.org/officeDocument/2006/relationships/slide" Target="slides/slide4.xml"></Relationship><Relationship Id="rId28" Type="http://schemas.openxmlformats.org/officeDocument/2006/relationships/slide" Target="slides/slide5.xml"></Relationship><Relationship Id="rId30" Type="http://schemas.openxmlformats.org/officeDocument/2006/relationships/slide" Target="slides/slide6.xml"></Relationship><Relationship Id="rId32" Type="http://schemas.openxmlformats.org/officeDocument/2006/relationships/slide" Target="slides/slide7.xml"></Relationship><Relationship Id="rId34" Type="http://schemas.openxmlformats.org/officeDocument/2006/relationships/slide" Target="slides/slide8.xml"></Relationship><Relationship Id="rId36" Type="http://schemas.openxmlformats.org/officeDocument/2006/relationships/slide" Target="slides/slide9.xml"></Relationship><Relationship Id="rId38" Type="http://schemas.openxmlformats.org/officeDocument/2006/relationships/slide" Target="slides/slide10.xml"></Relationship><Relationship Id="rId40" Type="http://schemas.openxmlformats.org/officeDocument/2006/relationships/slide" Target="slides/slide11.xml"></Relationship><Relationship Id="rId42" Type="http://schemas.openxmlformats.org/officeDocument/2006/relationships/slide" Target="slides/slide12.xml"></Relationship><Relationship Id="rId44" Type="http://schemas.openxmlformats.org/officeDocument/2006/relationships/slide" Target="slides/slide13.xml"></Relationship><Relationship Id="rId46" Type="http://schemas.openxmlformats.org/officeDocument/2006/relationships/slide" Target="slides/slide14.xml"></Relationship><Relationship Id="rId48" Type="http://schemas.openxmlformats.org/officeDocument/2006/relationships/slide" Target="slides/slide15.xml"></Relationship><Relationship Id="rId50" Type="http://schemas.openxmlformats.org/officeDocument/2006/relationships/slide" Target="slides/slide16.xml"></Relationship><Relationship Id="rId52" Type="http://schemas.openxmlformats.org/officeDocument/2006/relationships/slide" Target="slides/slide17.xml"></Relationship><Relationship Id="rId54" Type="http://schemas.openxmlformats.org/officeDocument/2006/relationships/slide" Target="slides/slide18.xml"></Relationship><Relationship Id="rId56" Type="http://schemas.openxmlformats.org/officeDocument/2006/relationships/slide" Target="slides/slide19.xml"></Relationship><Relationship Id="rId58" Type="http://schemas.openxmlformats.org/officeDocument/2006/relationships/slide" Target="slides/slide20.xml"></Relationship><Relationship Id="rId60" Type="http://schemas.openxmlformats.org/officeDocument/2006/relationships/slide" Target="slides/slide21.xml"></Relationship><Relationship Id="rId62" Type="http://schemas.openxmlformats.org/officeDocument/2006/relationships/slide" Target="slides/slide22.xml"></Relationship><Relationship Id="rId64" Type="http://schemas.openxmlformats.org/officeDocument/2006/relationships/slide" Target="slides/slide23.xml"></Relationship><Relationship Id="rId66" Type="http://schemas.openxmlformats.org/officeDocument/2006/relationships/slide" Target="slides/slide24.xml"></Relationship><Relationship Id="rId68" Type="http://schemas.openxmlformats.org/officeDocument/2006/relationships/slide" Target="slides/slide25.xml"></Relationship><Relationship Id="rId70" Type="http://schemas.openxmlformats.org/officeDocument/2006/relationships/slide" Target="slides/slide26.xml"></Relationship><Relationship Id="rId72" Type="http://schemas.openxmlformats.org/officeDocument/2006/relationships/slide" Target="slides/slide27.xml"></Relationship><Relationship Id="rId74" Type="http://schemas.openxmlformats.org/officeDocument/2006/relationships/slide" Target="slides/slide28.xml"></Relationship><Relationship Id="rId76" Type="http://schemas.openxmlformats.org/officeDocument/2006/relationships/slide" Target="slides/slide29.xml"></Relationship><Relationship Id="rId78" Type="http://schemas.openxmlformats.org/officeDocument/2006/relationships/slide" Target="slides/slide30.xml"></Relationship><Relationship Id="rId80" Type="http://schemas.openxmlformats.org/officeDocument/2006/relationships/slide" Target="slides/slide31.xml"></Relationship><Relationship Id="rId82" Type="http://schemas.openxmlformats.org/officeDocument/2006/relationships/slide" Target="slides/slide32.xml"></Relationship><Relationship Id="rId84" Type="http://schemas.openxmlformats.org/officeDocument/2006/relationships/slide" Target="slides/slide33.xml"></Relationship><Relationship Id="rId86" Type="http://schemas.openxmlformats.org/officeDocument/2006/relationships/slide" Target="slides/slide34.xml"></Relationship><Relationship Id="rId88" Type="http://schemas.openxmlformats.org/officeDocument/2006/relationships/slide" Target="slides/slide35.xml"></Relationship><Relationship Id="rId90" Type="http://schemas.openxmlformats.org/officeDocument/2006/relationships/slide" Target="slides/slide36.xml"></Relationship><Relationship Id="rId92" Type="http://schemas.openxmlformats.org/officeDocument/2006/relationships/slide" Target="slides/slide37.xml"></Relationship><Relationship Id="rId94" Type="http://schemas.openxmlformats.org/officeDocument/2006/relationships/slide" Target="slides/slide38.xml"></Relationship><Relationship Id="rId96" Type="http://schemas.openxmlformats.org/officeDocument/2006/relationships/slide" Target="slides/slide39.xml"></Relationship><Relationship Id="rId98" Type="http://schemas.openxmlformats.org/officeDocument/2006/relationships/slide" Target="slides/slide40.xml"></Relationship><Relationship Id="rId100" Type="http://schemas.openxmlformats.org/officeDocument/2006/relationships/slide" Target="slides/slide41.xml"></Relationship><Relationship Id="rId102" Type="http://schemas.openxmlformats.org/officeDocument/2006/relationships/slide" Target="slides/slide42.xml"></Relationship><Relationship Id="rId104" Type="http://schemas.openxmlformats.org/officeDocument/2006/relationships/slide" Target="slides/slide43.xml"></Relationship><Relationship Id="rId105" Type="http://schemas.openxmlformats.org/officeDocument/2006/relationships/slide" Target="slides/slide44.xml"></Relationship><Relationship Id="rId107" Type="http://schemas.openxmlformats.org/officeDocument/2006/relationships/slide" Target="slides/slide45.xml"></Relationship><Relationship Id="rId109" Type="http://schemas.openxmlformats.org/officeDocument/2006/relationships/slide" Target="slides/slide46.xml"></Relationship><Relationship Id="rId111" Type="http://schemas.openxmlformats.org/officeDocument/2006/relationships/slide" Target="slides/slide47.xml"></Relationship><Relationship Id="rId113" Type="http://schemas.openxmlformats.org/officeDocument/2006/relationships/slide" Target="slides/slide48.xml"></Relationship><Relationship Id="rId116" Type="http://schemas.openxmlformats.org/officeDocument/2006/relationships/viewProps" Target="viewProps.xml"></Relationship><Relationship Id="rId117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6.xml"></Relationship></Relationships>
</file>

<file path=ppt/notesSlides/_rels/notesSlide2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7.xml"></Relationship></Relationships>
</file>

<file path=ppt/notesSlides/_rels/notesSlide2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8.xml"></Relationship></Relationships>
</file>

<file path=ppt/notesSlides/_rels/notesSlide2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9.xml"></Relationship></Relationships>
</file>

<file path=ppt/notesSlides/_rels/notesSlide3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0.xml"></Relationship></Relationships>
</file>

<file path=ppt/notesSlides/_rels/notesSlide3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1.xml"></Relationship></Relationships>
</file>

<file path=ppt/notesSlides/_rels/notesSlide3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2.xml"></Relationship></Relationships>
</file>

<file path=ppt/notesSlides/_rels/notesSlide3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3.xml"></Relationship></Relationships>
</file>

<file path=ppt/notesSlides/_rels/notesSlide3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4.xml"></Relationship></Relationships>
</file>

<file path=ppt/notesSlides/_rels/notesSlide3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5.xml"></Relationship></Relationships>
</file>

<file path=ppt/notesSlides/_rels/notesSlide3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6.xml"></Relationship></Relationships>
</file>

<file path=ppt/notesSlides/_rels/notesSlide3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7.xml"></Relationship></Relationships>
</file>

<file path=ppt/notesSlides/_rels/notesSlide3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8.xml"></Relationship></Relationships>
</file>

<file path=ppt/notesSlides/_rels/notesSlide3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9.xml"></Relationship></Relationships>
</file>

<file path=ppt/notesSlides/_rels/notesSlide4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0.xml"></Relationship></Relationships>
</file>

<file path=ppt/notesSlides/_rels/notesSlide4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1.xml"></Relationship></Relationships>
</file>

<file path=ppt/notesSlides/_rels/notesSlide4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2.xml"></Relationship></Relationships>
</file>

<file path=ppt/notesSlides/_rels/notesSlide4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3.xml"></Relationship></Relationships>
</file>

<file path=ppt/notesSlides/_rels/notesSlide4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4.xml"></Relationship></Relationships>
</file>

<file path=ppt/notesSlides/_rels/notesSlide4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5.xml"></Relationship></Relationships>
</file>

<file path=ppt/notesSlides/_rels/notesSlide4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6.xml"></Relationship></Relationships>
</file>

<file path=ppt/notesSlides/_rels/notesSlide4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7.xml"></Relationship></Relationships>
</file>

<file path=ppt/notesSlides/_rels/notesSlide4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8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7ebbf065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7ebbf065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481ee5fc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481ee5f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481ee5fca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481ee5fca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481ee5fca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481ee5fca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556f3fe8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556f3fe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64b1805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64b1805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94e7c72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94e7c72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94e7c72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94e7c72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4e7c72b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94e7c72b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4e7c72b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94e7c72b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4e7c72b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94e7c72b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64b1805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664b1805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94e7c72b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94e7c72b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74ff6f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674ff6f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4b1805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4b1805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674ff6f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674ff6f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64b1805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664b1805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9891aabd9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9891aabd9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664b1805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664b1805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674ff6f9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674ff6f9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674ff6f9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674ff6f9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674ff6f9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674ff6f9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68a5db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968a5db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968a5db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968a5db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68a5db7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968a5db7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664b1805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664b1805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664b1805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664b1805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74ff6f9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674ff6f9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674ff6f9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674ff6f9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674ff6f9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674ff6f9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74ff6f9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674ff6f9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64b1805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664b1805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664b1805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664b1805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664b1805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664b1805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9891aab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9891aab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9891aabd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9891aabd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9891aabd9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9891aabd9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9891aabd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9891aabd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9891aab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9891aab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9891aabd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9891aabd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9891aabd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9891aabd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9891aabd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9891aabd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9891aabd9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9891aabd9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68b78ba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68b78ba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68b78ba7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68b78ba7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68b78ba7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68b78ba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690391bb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690391b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9891aabd9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9891aabd9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4.xml"></Relationship><Relationship Id="rId3" Type="http://schemas.openxmlformats.org/officeDocument/2006/relationships/image" Target="../media/image13.png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5.xml"></Relationship><Relationship Id="rId3" Type="http://schemas.openxmlformats.org/officeDocument/2006/relationships/image" Target="../media/image22.png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6.xml"></Relationship><Relationship Id="rId3" Type="http://schemas.openxmlformats.org/officeDocument/2006/relationships/image" Target="../media/image5.png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7.xml"></Relationship><Relationship Id="rId3" Type="http://schemas.openxmlformats.org/officeDocument/2006/relationships/image" Target="../media/image7.png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8.xml"></Relationship><Relationship Id="rId3" Type="http://schemas.openxmlformats.org/officeDocument/2006/relationships/image" Target="../media/image9.png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19.xml"></Relationship><Relationship Id="rId3" Type="http://schemas.openxmlformats.org/officeDocument/2006/relationships/image" Target="../media/image4.png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0.xml"></Relationship><Relationship Id="rId3" Type="http://schemas.openxmlformats.org/officeDocument/2006/relationships/image" Target="../media/image20.png"></Relationship><Relationship Id="rId4" Type="http://schemas.openxmlformats.org/officeDocument/2006/relationships/image" Target="../media/image11.png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1.xml"></Relationship><Relationship Id="rId3" Type="http://schemas.openxmlformats.org/officeDocument/2006/relationships/image" Target="../media/image8.png"></Relationship><Relationship Id="rId4" Type="http://schemas.openxmlformats.org/officeDocument/2006/relationships/image" Target="../media/image10.png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2.xml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3.png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3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4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5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6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7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8.xm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9.xml"></Relationship><Relationship Id="rId3" Type="http://schemas.openxmlformats.org/officeDocument/2006/relationships/image" Target="../media/image12.png"></Relationship><Relationship Id="rId4" Type="http://schemas.openxmlformats.org/officeDocument/2006/relationships/image" Target="../media/image1.png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0.xml"></Relationship><Relationship Id="rId3" Type="http://schemas.openxmlformats.org/officeDocument/2006/relationships/image" Target="../media/image18.png"></Relationship><Relationship Id="rId4" Type="http://schemas.openxmlformats.org/officeDocument/2006/relationships/image" Target="../media/image15.png"></Relationship><Relationship Id="rId5" Type="http://schemas.openxmlformats.org/officeDocument/2006/relationships/image" Target="../media/image6.png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1.xml"></Relationship><Relationship Id="rId3" Type="http://schemas.openxmlformats.org/officeDocument/2006/relationships/image" Target="../media/image17.png"></Relationship><Relationship Id="rId4" Type="http://schemas.openxmlformats.org/officeDocument/2006/relationships/image" Target="../media/image19.png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2.xm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3.xm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4.xml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5.xml"></Relationship></Relationships>
</file>

<file path=ppt/slides/_rels/slide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6.xml"></Relationship></Relationships>
</file>

<file path=ppt/slides/_rels/slide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7.xml"></Relationship></Relationships>
</file>

<file path=ppt/slides/_rels/slide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8.xml"></Relationship><Relationship Id="rId3" Type="http://schemas.openxmlformats.org/officeDocument/2006/relationships/image" Target="../media/image14.png"></Relationship></Relationships>
</file>

<file path=ppt/slides/_rels/slide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39.xml"></Relationship></Relationships>
</file>

<file path=ppt/slides/_rels/slide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0.xml"></Relationship><Relationship Id="rId3" Type="http://schemas.openxmlformats.org/officeDocument/2006/relationships/image" Target="../media/image16.png"></Relationship></Relationships>
</file>

<file path=ppt/slides/_rels/slide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1.xml"></Relationship></Relationships>
</file>

<file path=ppt/slides/_rels/slide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2.xml"></Relationship></Relationships>
</file>

<file path=ppt/slides/_rels/slide43.xml.rels><?xml version="1.0" encoding="UTF-8"?>
<Relationships xmlns="http://schemas.openxmlformats.org/package/2006/relationships"><Relationship Id="rId2" Type="http://schemas.openxmlformats.org/officeDocument/2006/relationships/notesSlide" Target="../notesSlides/notesSlide43.xml"></Relationship><Relationship Id="rId3" Type="http://schemas.openxmlformats.org/officeDocument/2006/relationships/slideLayout" Target="../slideLayouts/slideLayout3.xml"></Relationship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4.xml"></Relationship><Relationship Id="rId3" Type="http://schemas.openxmlformats.org/officeDocument/2006/relationships/image" Target="../media/image21.png"></Relationship></Relationships>
</file>

<file path=ppt/slides/_rels/slide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5.xml"></Relationship></Relationships>
</file>

<file path=ppt/slides/_rels/slide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6.xml"></Relationship></Relationships>
</file>

<file path=ppt/slides/_rels/slide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7.xml"></Relationship></Relationships>
</file>

<file path=ppt/slides/_rels/slide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48.xml"></Relationship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#5 - Jenkins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목표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chemeClr val="accent1"/>
                </a:solidFill>
              </a:rPr>
              <a:t>Jenkins 설정 </a:t>
            </a:r>
            <a:r>
              <a:rPr b="1" lang="ko" sz="2600">
                <a:solidFill>
                  <a:schemeClr val="accent1"/>
                </a:solidFill>
              </a:rPr>
              <a:t>및 실습</a:t>
            </a:r>
            <a:endParaRPr b="1" sz="26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CI/CD의 이해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Jenkins의 이해 및 설치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빌드, 배포의 자동화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CI/CD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CI - Continuous Integration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지속적 통합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작업한 코드를 정기적으로 빌드 및 테스트하여 공용 저장소(Git)에 통합하는 단계를 자동화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- Continuous Deployment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지속적 배포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성공적으로 빌드된 실행 파일을 수작업 없이 AWS 운영 서버(EC2) 등에 안전하게 반영하는 과정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</a:t>
            </a:r>
            <a:r>
              <a:rPr lang="ko"/>
              <a:t>란?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오픈 소스 자동화 서버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전 세계에서 가장 널리 사용되는 오픈소스 CI/CD 도구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개발자의 단순 반복적인 수동 빌드/테스트 업무를 완전히 대신 처리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거의 모든 언어를 지원하며, 수천 개의 플러그인을 통해 AWS 환경과 완벽하게 호환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장점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유연성 : 다양한 플</a:t>
            </a:r>
            <a:r>
              <a:rPr lang="ko"/>
              <a:t>러</a:t>
            </a:r>
            <a:r>
              <a:rPr lang="ko"/>
              <a:t>그인을 통해 다양한 개발환경과 도구를 지원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확장성 : 클라우드 기반으로 동작하여 병렬처리가 가능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오픈소스 : 비용은 들지 않아 누구나 사용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강력한 자동화 기능 : 오프소스답지 않게 빌드-테스트-배포등의 강력한 자동화 기능을 제공.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단점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설정 복잡 : CI/CD 파이프라인을 구축하기 위해 Jenkinsfile과 같은 설정 파일을 작성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 : 젠킨스는 보안 취약점이 발견되는 경우가 발생. 항상 최신 버전으로 업데이트하고 보안 설정을 강화하는 것이 중요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인스턴스 생성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리전 선택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아시아 태평양 (서울)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 인스턴스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jenkins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OS: Ubuntu 24.04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인스턴스 유형: t3.small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키페어: </a:t>
            </a:r>
            <a:r>
              <a:rPr lang="ko"/>
              <a:t>만들어 놨던 </a:t>
            </a:r>
            <a:r>
              <a:rPr lang="ko"/>
              <a:t>키페어 사용</a:t>
            </a:r>
            <a:r>
              <a:rPr lang="ko"/>
              <a:t> (key_devops-test)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보안그룹: 보안 그룹 생성 - SSH 허용 (위치무관), Jenkins </a:t>
            </a:r>
            <a:r>
              <a:rPr lang="ko"/>
              <a:t>포트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스토리지: gp3, 8gb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</a:t>
            </a:r>
            <a:r>
              <a:rPr lang="ko"/>
              <a:t>설치 - 갱신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apt update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패키지 목록(저장소 캐시)을 최신 정보로 갱신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새 저장소(Jenkins repo)를 추가하기 전/후 반드시 필요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설치 - Java 설치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apt install openjdk-21-jdk -y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Jenkins는 Java 기반이라 JDK가 필요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-y는 설치 확인 프롬프트 자동 승인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Jenkins 2.4xx 이상은 Java 17 또는 21 요구. 버전이 안 맞으면 에러가 발생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java -version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설치 확인용 체크 명령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설치 - Jenkins 저장소 키 등록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curl -fsSL https://pkg.jenkins.io/debian-stable/jenkins.io-2026.key | sudo tee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/usr/share/keyrings/jenkins-keyring.asc &gt; /dev/null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Jenkins 패키지 서명 검증용 GPG 키를 다운로드하여 저장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화면 출력은 제한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서명 검증 실패로 </a:t>
            </a:r>
            <a:r>
              <a:rPr lang="ko"/>
              <a:t>Jenkins </a:t>
            </a:r>
            <a:r>
              <a:rPr lang="ko"/>
              <a:t>설치 불가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설치 - Jenkins 저장소 추가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echo deb [signed-by=/usr/share/keyrings/jenkins-keyring.asc]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https://pkg.jenkins.io/debian-stable binary/ | sudo tee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/etc/apt/sources.list.d/jenkins.list &gt; /dev/null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apt가 Jenkins 패키지를 어디서 받을지 저장소 목록 파일 생성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설치 - 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갱신 및 설치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apt update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새로 추가된 Jenkins 저장소를 인식하도록 다시 갱신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apt install jenkins -y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젠킨스 설치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-y는 설치 확인 프롬프트 자동 승인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설치 - 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서비스 등록 및 시작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systemctl status jenkins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status는 현재 상태 확인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systemctl enable jenkins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enable은 부팅 시 자동 시작 등록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enable은 선택이지만 운영 서버라면 권장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systemctl restart jenkins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restart는 서비스 </a:t>
            </a:r>
            <a:r>
              <a:rPr lang="ko"/>
              <a:t>재</a:t>
            </a:r>
            <a:r>
              <a:rPr lang="ko"/>
              <a:t>실행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설치 - 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서비스 등록 및 시작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systemctl stop jenkins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stop는 서비스 종료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systemctl start jenkins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start는 서비스 시작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/usr/lib/systemd/system/jenkins.service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jenkins는 설정 수정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systemctl daemon-reload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daemon 서비스 재시작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설정 변경시 사용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설치 - 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서비스 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확인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394001" cy="23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</a:t>
            </a:r>
            <a:r>
              <a:rPr lang="ko"/>
              <a:t>정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</a:t>
            </a:r>
            <a:r>
              <a:rPr lang="ko"/>
              <a:t>/var/lib/jenkins/secrets/initialAdminPassword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admin </a:t>
            </a:r>
            <a:r>
              <a:rPr lang="ko"/>
              <a:t>초기 비밀번호 확인</a:t>
            </a:r>
            <a:endParaRPr/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2134823"/>
            <a:ext cx="6386450" cy="243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설정</a:t>
            </a:r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965325" cy="24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설정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계정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계정으로 로그인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계정 비설정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admin  계정으로 로그인</a:t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450" y="1017725"/>
            <a:ext cx="4154625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설정</a:t>
            </a:r>
            <a:endParaRPr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79145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</a:t>
            </a:r>
            <a:r>
              <a:rPr lang="ko"/>
              <a:t>실습</a:t>
            </a:r>
            <a:endParaRPr/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323100" cy="35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</a:t>
            </a:r>
            <a:r>
              <a:rPr lang="ko"/>
              <a:t>실습</a:t>
            </a:r>
            <a:endParaRPr/>
          </a:p>
        </p:txBody>
      </p:sp>
      <p:pic>
        <p:nvPicPr>
          <p:cNvPr id="176" name="Google Shape;1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260300" cy="31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4074" y="974400"/>
            <a:ext cx="3695701" cy="3194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</a:t>
            </a:r>
            <a:r>
              <a:rPr lang="ko"/>
              <a:t>실습</a:t>
            </a:r>
            <a:endParaRPr/>
          </a:p>
        </p:txBody>
      </p:sp>
      <p:pic>
        <p:nvPicPr>
          <p:cNvPr id="183" name="Google Shape;18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389039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5289" y="1017725"/>
            <a:ext cx="473484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</a:t>
            </a:r>
            <a:r>
              <a:rPr lang="ko"/>
              <a:t>실습</a:t>
            </a:r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260301" cy="1654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672223"/>
            <a:ext cx="7037226" cy="22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Batch File vs Shell Script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여러 명령어를 한 번에 실행하기 위한 스크립트 파일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컴퓨터 명령어를 자동으로 순차 실행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사용되는 운영체제의 차이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Batch File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 확장자: .bat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사용 환경: MS-DOS 및 Windows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MS-DOS 및 Windows 기반의 시스템 명령어를 일괄 처리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Windows의 기본 CLI 환경에서 실행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주요 용도: Windows 자동화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문법이 다소 고전적이고 제한적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Shell Script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 확장자: .sh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사용 환경: Unix 계열 OS - Linux, macOS, Unix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리눅스나 맥OS의 터미널(Bash/Zsh 쉘)에서 동작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주요 용도: Linux/macOS 자동화, 서버 배포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Linux 서버나 Jenkins 같은 환경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제어문, 함수, 정규식 처리가 훨씬 유연하고 강력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Linux에서 실행 권한을 추가한 후 실행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 질라로 sh 파일 전송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test.sh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다음장 스크립트 참고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bash {sh_file}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권한 불필요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./{sh_file}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권한 필요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sudo chmod +x test.sh</a:t>
            </a:r>
            <a:endParaRPr/>
          </a:p>
        </p:txBody>
      </p:sp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Shell Script </a:t>
            </a:r>
            <a:r>
              <a:rPr lang="ko"/>
              <a:t>실습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APP_NAME="my-app"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APP_DIR="/home/ubuntu/$APP_NAME"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echo "Application: $APP_NAME"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-d "$APP_DIR"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"Directory exists"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"Directory does not exist"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mkdir -p "$APP_DIR"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echo "Script completed"</a:t>
            </a:r>
            <a:endParaRPr/>
          </a:p>
        </p:txBody>
      </p:sp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Shell Script 실습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</a:t>
            </a:r>
            <a:r>
              <a:rPr lang="ko"/>
              <a:t>mv test.sh {jenkins_path}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sudo mv test.sh /var/lib/jenkins/workspace/test_deploy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{jenkins_path}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파일 확인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cd /var/lib/jenkins/workspace/test_deploy</a:t>
            </a:r>
            <a:endParaRPr/>
          </a:p>
        </p:txBody>
      </p:sp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</a:t>
            </a:r>
            <a:r>
              <a:rPr lang="ko"/>
              <a:t>연결 - </a:t>
            </a:r>
            <a:r>
              <a:rPr lang="ko"/>
              <a:t>Shell Script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연결 - Shell Script</a:t>
            </a:r>
            <a:endParaRPr/>
          </a:p>
        </p:txBody>
      </p:sp>
      <p:pic>
        <p:nvPicPr>
          <p:cNvPr id="233" name="Google Shape;23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197350" cy="350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1450" y="1017725"/>
            <a:ext cx="377963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연결 - </a:t>
            </a:r>
            <a:r>
              <a:rPr lang="ko"/>
              <a:t>매개변수</a:t>
            </a:r>
            <a:endParaRPr/>
          </a:p>
        </p:txBody>
      </p:sp>
      <p:pic>
        <p:nvPicPr>
          <p:cNvPr id="240" name="Google Shape;24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338932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332" y="1017725"/>
            <a:ext cx="3786133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6165" y="1017725"/>
            <a:ext cx="2182735" cy="1857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Jenkins 연결 - 매개변수</a:t>
            </a:r>
            <a:endParaRPr/>
          </a:p>
        </p:txBody>
      </p:sp>
      <p:pic>
        <p:nvPicPr>
          <p:cNvPr id="248" name="Google Shape;24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368275" cy="25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025" y="1017725"/>
            <a:ext cx="4159225" cy="2478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 </a:t>
            </a:r>
            <a:r>
              <a:rPr lang="ko"/>
              <a:t>연동</a:t>
            </a:r>
            <a:endParaRPr/>
          </a:p>
        </p:txBody>
      </p:sp>
      <p:sp>
        <p:nvSpPr>
          <p:cNvPr id="255" name="Google Shape;25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apt install git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git </a:t>
            </a:r>
            <a:r>
              <a:rPr lang="ko"/>
              <a:t>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git --version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git </a:t>
            </a:r>
            <a:r>
              <a:rPr lang="ko"/>
              <a:t>설치 및 버전 확인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git config --global user.name {user_name}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 설정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git config --global user.email {user_email}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메일 설정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git config --list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git config 확인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 연동</a:t>
            </a:r>
            <a:endParaRPr/>
          </a:p>
        </p:txBody>
      </p:sp>
      <p:sp>
        <p:nvSpPr>
          <p:cNvPr id="261" name="Google Shape;261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mkdir deploy_project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git </a:t>
            </a:r>
            <a:r>
              <a:rPr lang="ko"/>
              <a:t>디렉토리 생성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</a:t>
            </a:r>
            <a:r>
              <a:rPr lang="ko"/>
              <a:t>deploy_project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디렉토리 이동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 연동</a:t>
            </a:r>
            <a:endParaRPr/>
          </a:p>
        </p:txBody>
      </p:sp>
      <p:sp>
        <p:nvSpPr>
          <p:cNvPr id="267" name="Google Shape;26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init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git 세팅 초기화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remote add origin {remote_url}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git 연결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sudo git remote add origin https://github.com/sjcestudy26/2026_study_lecture.git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pull origin {branch}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git pull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sudo git pull origin main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빌드 세팅 - </a:t>
            </a:r>
            <a:r>
              <a:rPr lang="ko"/>
              <a:t>Nodejs 설치</a:t>
            </a:r>
            <a:r>
              <a:rPr lang="ko"/>
              <a:t> 준비</a:t>
            </a:r>
            <a:endParaRPr/>
          </a:p>
        </p:txBody>
      </p:sp>
      <p:sp>
        <p:nvSpPr>
          <p:cNvPr id="273" name="Google Shape;273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패키지 목록 최신화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apt update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NodeSource 스크립트를 받아오기 위한 최소 도구 설치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sudo apt install -y curl ca-certificates</a:t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빌드 세팅 - </a:t>
            </a:r>
            <a:r>
              <a:rPr lang="ko"/>
              <a:t>Nodejs 설치</a:t>
            </a:r>
            <a:endParaRPr/>
          </a:p>
        </p:txBody>
      </p:sp>
      <p:sp>
        <p:nvSpPr>
          <p:cNvPr id="279" name="Google Shape;27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ko" sz="1350"/>
              <a:t># Node.js 20.x 저장소 등록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ko" sz="1350"/>
              <a:t>curl -fsSL https://deb.nodesource.com/setup_20.x | sudo -E bash -</a:t>
            </a:r>
            <a:endParaRPr b="1"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 sz="1350"/>
              <a:t># Node.js 설치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ko" sz="1350"/>
              <a:t>sudo apt install -y nodejs</a:t>
            </a:r>
            <a:endParaRPr b="1"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 sz="1350"/>
              <a:t># 설치 확인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ko" sz="1350"/>
              <a:t>node -v</a:t>
            </a:r>
            <a:endParaRPr b="1"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b="1" lang="ko" sz="1350"/>
              <a:t>npm -v</a:t>
            </a:r>
            <a:endParaRPr b="1" sz="13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프론트엔드 빌드 세팅</a:t>
            </a:r>
            <a:endParaRPr/>
          </a:p>
        </p:txBody>
      </p:sp>
      <p:sp>
        <p:nvSpPr>
          <p:cNvPr id="285" name="Google Shape;28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npm install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frontend node_modules 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cp .env.example .env.production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.env.production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환경설정 파일 수정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프론트엔드 빌드 </a:t>
            </a:r>
            <a:r>
              <a:rPr lang="ko"/>
              <a:t>세팅</a:t>
            </a:r>
            <a:endParaRPr/>
          </a:p>
        </p:txBody>
      </p:sp>
      <p:sp>
        <p:nvSpPr>
          <p:cNvPr id="291" name="Google Shape;291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VITE_API_URL=http://{EC2_PUBLIC_IP}:3000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※ public ip 는 aws console에서 확인</a:t>
            </a:r>
            <a:endParaRPr/>
          </a:p>
        </p:txBody>
      </p:sp>
      <p:pic>
        <p:nvPicPr>
          <p:cNvPr id="292" name="Google Shape;29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68900"/>
            <a:ext cx="579120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백엔드 빌드 세팅</a:t>
            </a:r>
            <a:endParaRPr/>
          </a:p>
        </p:txBody>
      </p:sp>
      <p:sp>
        <p:nvSpPr>
          <p:cNvPr id="298" name="Google Shape;29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..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backend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npm install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backend node_modules 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cp .env.example .env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최초 세팅시 api 서버에서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.env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환경설정 파일 수정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최초 세팅시 api 서버에서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백엔드 빌드 세팅 - 최초 세팅시 api 서버에서</a:t>
            </a:r>
            <a:endParaRPr/>
          </a:p>
        </p:txBody>
      </p:sp>
      <p:pic>
        <p:nvPicPr>
          <p:cNvPr id="304" name="Google Shape;30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750" y="1958275"/>
            <a:ext cx="4508499" cy="2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DB_HOST는 db의 private ip를 찾아서 입력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CORS_ORIGINS=http://{backend_public_ip}:5173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빌드</a:t>
            </a:r>
            <a:endParaRPr/>
          </a:p>
        </p:txBody>
      </p:sp>
      <p:sp>
        <p:nvSpPr>
          <p:cNvPr id="311" name="Google Shape;31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..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npm install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root node_modules 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npm run build:zip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빌드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deploy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빌드 확인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빌드 - Shell Script</a:t>
            </a:r>
            <a:endParaRPr/>
          </a:p>
        </p:txBody>
      </p:sp>
      <p:sp>
        <p:nvSpPr>
          <p:cNvPr id="317" name="Google Shape;31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/var/lib/jenkins/workspace/test_deploy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다음장 스크립트 참고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</a:t>
            </a:r>
            <a:r>
              <a:rPr lang="ko"/>
              <a:t>chmod +x </a:t>
            </a:r>
            <a:r>
              <a:rPr lang="ko"/>
              <a:t>deploy.sh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chown -R jenkins:jenkins deploy_project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소유자 변경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5"/>
          <p:cNvSpPr txBox="1"/>
          <p:nvPr>
            <p:ph type="title"/>
          </p:nvPr>
        </p:nvSpPr>
        <p:spPr>
          <a:xfrm>
            <a:off x="311785" y="445135"/>
            <a:ext cx="8520430" cy="572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빌드 - </a:t>
            </a:r>
            <a:r>
              <a:rPr lang="ko"/>
              <a:t>Shell Script</a:t>
            </a:r>
            <a:endParaRPr/>
          </a:p>
        </p:txBody>
      </p:sp>
      <p:sp>
        <p:nvSpPr>
          <p:cNvPr id="323" name="Google Shape;323;p55"/>
          <p:cNvSpPr txBox="1"/>
          <p:nvPr>
            <p:ph idx="1" type="body"/>
          </p:nvPr>
        </p:nvSpPr>
        <p:spPr>
          <a:xfrm>
            <a:off x="311785" y="1152525"/>
            <a:ext cx="8521065" cy="3416935"/>
          </a:xfrm>
          <a:prstGeom prst="rect">
            <a:avLst/>
          </a:prstGeom>
        </p:spPr>
        <p:txBody>
          <a:bodyPr wrap="square" lIns="91440" tIns="91440" rIns="91440" bIns="91440" numCol="1" vert="horz" anchor="t">
            <a:normAutofit fontScale="25000" lnSpcReduction="20000"/>
          </a:bodyPr>
          <a:lstStyle/>
          <a:p>
            <a:pPr marL="0" indent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/>
              <a:t>echo "build"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PRJDIR="/var/lib/jenkins/workspace/test_deploy/deploy_project"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cd $</a:t>
            </a:r>
            <a:r>
              <a:rPr lang="ko-KR"/>
              <a:t>{</a:t>
            </a:r>
            <a:r>
              <a:rPr/>
              <a:t>PRJDIR</a:t>
            </a:r>
            <a:r>
              <a:rPr lang="ko-KR"/>
              <a:t>}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# git config --global push.default simple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git config --global user.name "limsg"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git config --global user.email "kilsoo1234@naver.com"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git fetch --all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git reset --hard origin/main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git pull origin main 2&gt;&amp;1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npm run build:zip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/>
              <a:t>echo "build SUCCESS"</a:t>
            </a:r>
            <a:endParaRPr lang="ko-KR" altLang="en-US"/>
          </a:p>
          <a:p>
            <a:pPr marL="0" indent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빌드 - Shell Script</a:t>
            </a:r>
            <a:endParaRPr/>
          </a:p>
        </p:txBody>
      </p:sp>
      <p:pic>
        <p:nvPicPr>
          <p:cNvPr id="329" name="Google Shape;32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73957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배포</a:t>
            </a:r>
            <a:r>
              <a:rPr lang="ko"/>
              <a:t> - Shell Script</a:t>
            </a:r>
            <a:endParaRPr/>
          </a:p>
        </p:txBody>
      </p:sp>
      <p:sp>
        <p:nvSpPr>
          <p:cNvPr id="335" name="Google Shape;33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파일질라로 .pem 파일 전송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mkdir /var/lib/jenkins/.ssh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mv /home/ubuntu/{pem_file} </a:t>
            </a:r>
            <a:r>
              <a:rPr lang="ko"/>
              <a:t>/var/lib/jenkins/.ssh/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chmod 600 /var/lib/jenkins/.ssh/{pem_file}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최소한의 권한 지정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chown -R jenkins:jenkins /var/lib/jenkins/.ssh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다음장 스크립트 참고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배포</a:t>
            </a:r>
            <a:r>
              <a:rPr lang="ko"/>
              <a:t> - Shell Script</a:t>
            </a:r>
            <a:endParaRPr/>
          </a:p>
        </p:txBody>
      </p:sp>
      <p:sp>
        <p:nvSpPr>
          <p:cNvPr id="341" name="Google Shape;34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echo "deploy"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PEM_PATH="/var/lib/jenkins/.ssh/study26_2.pem"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REMOTE_USER="ubuntu"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REMOTE_IP="172.31.35.189"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REMOTE_DIR="/home/ubuntu/"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FRONTEND_FILE="$PRJDIR/deploy/frontend-deploy.zip"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BACKEND_FILE="$PRJDIR/deploy/backend-deploy.zip"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scp -i "$PEM_PATH" -o StrictHostKeyChecking=no "$FRONTEND_FILE" "$REMOTE_USER@$REMOTE_IP:$REMOTE_DIR"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$? -eq 0 ];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"frontend deploy SUCCESS"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# ssh -i "$PEM_PATH" -o StrictHostKeyChecking=no "$REMOTE_USER@$REMOTE_IP" "sudo systemctl restart my-service"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"frontend deploy FAIL"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scp -i "$PEM_PATH" -o StrictHostKeyChecking=no "$BACKEND_FILE" "$REMOTE_USER@$REMOTE_IP:$REMOTE_DIR"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$? -eq 0 ];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"backend deploy SUCCESS"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# ssh -i "$PEM_PATH" -o StrictHostKeyChecking=no "$REMOTE_USER@$REMOTE_IP" "sudo systemctl restart my-service"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"backend deploy FAIL"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exit 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적용 - unzip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api </a:t>
            </a:r>
            <a:r>
              <a:rPr lang="ko"/>
              <a:t>서버에서 전송 확인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다음장 스크립트 참고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적용</a:t>
            </a:r>
            <a:r>
              <a:rPr lang="ko"/>
              <a:t> - unzip</a:t>
            </a:r>
            <a:endParaRPr/>
          </a:p>
        </p:txBody>
      </p:sp>
      <p:sp>
        <p:nvSpPr>
          <p:cNvPr id="353" name="Google Shape;353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echo "apply"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ssh -i "$PEM_PATH" -o StrictHostKeyChecking=no "$REMOTE_USER@$REMOTE_IP" &lt;&lt; 'EOF'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sudo mkdir -p /var/www/lecture-eval/backend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sudo mkdir -p /var/www/lecture-eval/frontend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cd /home/ubuntu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sudo mv ~/backend-deploy.zip /var/www/lecture-eval/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sudo mv ~/frontend-deploy.zip /var/www/lecture-eval/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cd /var/www/lecture-eval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sudo unzip -o backend-deploy.zip -d backend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sudo unzip -o frontend-deploy.zip -d frontend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pkill -f "node dist/main.js" || true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cd /var/www/lecture-eval/backend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nohup node dist/main.js &gt; /dev/null 2&gt;&amp;1 &amp;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sudo fuser -k 5173/tcp || true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cd /var/www/lecture-eval/frontend/dist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nohup serve -s -n . -l 5173 &gt; /dev/null 2&gt;&amp;1 &amp;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EOF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48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임 상규</cp:lastModifiedBy>
  <cp:version>10.105.293.56114</cp:version>
</cp:coreProperties>
</file>