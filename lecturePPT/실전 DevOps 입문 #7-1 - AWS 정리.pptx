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Proxima Nova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roximaNova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roximaNova-italic.fntdata"/><Relationship Id="rId25" Type="http://schemas.openxmlformats.org/officeDocument/2006/relationships/font" Target="fonts/ProximaNova-bold.fntdata"/><Relationship Id="rId27" Type="http://schemas.openxmlformats.org/officeDocument/2006/relationships/font" Target="fonts/ProximaNova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7ebbf0658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7ebbf0658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6c754ff3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f6c754ff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ad997d835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ad997d83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ad997d83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ad997d83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ad997d835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ad997d83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fad997d835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fad997d835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ad997d83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fad997d83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ad997d835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ad997d83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ad997d835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ad997d835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ad997d83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ad997d83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ae76d684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fae76d68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88fa7417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f88fa7417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ae76d684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fae76d684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fae76d6849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fae76d6849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ae76d6849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fae76d6849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ae76d6849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fae76d6849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ae76d6849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fae76d684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ae76d6849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fae76d6849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Relationship Id="rId4" Type="http://schemas.openxmlformats.org/officeDocument/2006/relationships/image" Target="../media/image2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실전 DevOps 입문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AWS </a:t>
            </a:r>
            <a:r>
              <a:rPr lang="ko"/>
              <a:t>정리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크레딧 확인 및 사용량</a:t>
            </a:r>
            <a:endParaRPr/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2810596" cy="382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9746" y="1017725"/>
            <a:ext cx="5716903" cy="345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인스턴스 종료</a:t>
            </a:r>
            <a:endParaRPr/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8832298" cy="2466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인스턴스 종료</a:t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5235500" cy="273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로드밸런서</a:t>
            </a:r>
            <a:r>
              <a:rPr lang="ko"/>
              <a:t> </a:t>
            </a:r>
            <a:r>
              <a:rPr lang="ko"/>
              <a:t>삭제</a:t>
            </a:r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8666999" cy="322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로드밸런서 삭제</a:t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5108425" cy="318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대상그룹 삭제</a:t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8577275" cy="319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대상그룹 삭제</a:t>
            </a:r>
            <a:endParaRPr/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5848350" cy="283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보안 </a:t>
            </a:r>
            <a:r>
              <a:rPr lang="ko"/>
              <a:t>그룹 삭제</a:t>
            </a:r>
            <a:endParaRPr/>
          </a:p>
        </p:txBody>
      </p:sp>
      <p:pic>
        <p:nvPicPr>
          <p:cNvPr id="109" name="Google Shape;1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7575501" cy="242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3574325"/>
            <a:ext cx="5564450" cy="1209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AMI 삭제</a:t>
            </a:r>
            <a:endParaRPr/>
          </a:p>
        </p:txBody>
      </p:sp>
      <p:pic>
        <p:nvPicPr>
          <p:cNvPr id="116" name="Google Shape;1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8520599" cy="2020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3205150"/>
            <a:ext cx="3643124" cy="174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AMI 삭제</a:t>
            </a:r>
            <a:endParaRPr/>
          </a:p>
        </p:txBody>
      </p:sp>
      <p:pic>
        <p:nvPicPr>
          <p:cNvPr id="123" name="Google Shape;12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8442726" cy="220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3383925"/>
            <a:ext cx="3136446" cy="161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스냅샷</a:t>
            </a:r>
            <a:r>
              <a:rPr lang="ko"/>
              <a:t> 삭제</a:t>
            </a:r>
            <a:endParaRPr/>
          </a:p>
        </p:txBody>
      </p:sp>
      <p:pic>
        <p:nvPicPr>
          <p:cNvPr id="130" name="Google Shape;13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8412802" cy="179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3042350"/>
            <a:ext cx="4375776" cy="170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키 페어</a:t>
            </a:r>
            <a:r>
              <a:rPr lang="ko"/>
              <a:t> 삭제</a:t>
            </a:r>
            <a:endParaRPr/>
          </a:p>
        </p:txBody>
      </p:sp>
      <p:pic>
        <p:nvPicPr>
          <p:cNvPr id="137" name="Google Shape;13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8121248" cy="245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694" y="3618769"/>
            <a:ext cx="3267849" cy="119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VPC 삭제(</a:t>
            </a:r>
            <a:r>
              <a:rPr lang="ko"/>
              <a:t>권장</a:t>
            </a:r>
            <a:r>
              <a:rPr lang="ko"/>
              <a:t>)</a:t>
            </a:r>
            <a:endParaRPr/>
          </a:p>
        </p:txBody>
      </p:sp>
      <p:pic>
        <p:nvPicPr>
          <p:cNvPr id="144" name="Google Shape;14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8839199" cy="19080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VPC 삭제</a:t>
            </a:r>
            <a:r>
              <a:rPr lang="ko"/>
              <a:t>(권장)</a:t>
            </a:r>
            <a:endParaRPr/>
          </a:p>
        </p:txBody>
      </p:sp>
      <p:pic>
        <p:nvPicPr>
          <p:cNvPr id="150" name="Google Shape;15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4380533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DHCP 삭제</a:t>
            </a:r>
            <a:r>
              <a:rPr lang="ko"/>
              <a:t>(권장)</a:t>
            </a:r>
            <a:endParaRPr/>
          </a:p>
        </p:txBody>
      </p:sp>
      <p:pic>
        <p:nvPicPr>
          <p:cNvPr id="156" name="Google Shape;15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8360476" cy="201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3285850"/>
            <a:ext cx="5504650" cy="16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개인별로 확인해볼 사항</a:t>
            </a:r>
            <a:endParaRPr/>
          </a:p>
        </p:txBody>
      </p:sp>
      <p:sp>
        <p:nvSpPr>
          <p:cNvPr id="163" name="Google Shape;163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Aurora 또는 RDS 데이터베이스 삭제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AWS Lambda 삭제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AWS Budgets 예산 설정 삭제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EBS(EC2 볼륨) 삭제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다른 리전도 동일하게 확인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결제 및 비용 관리 -&gt; Cost Explorer에서 비용 청구된 리소스 삭제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이외에 개인적인 AWS 작업 및 설정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계정</a:t>
            </a:r>
            <a:r>
              <a:rPr lang="ko"/>
              <a:t> </a:t>
            </a:r>
            <a:r>
              <a:rPr lang="ko"/>
              <a:t>해지</a:t>
            </a:r>
            <a:endParaRPr/>
          </a:p>
        </p:txBody>
      </p:sp>
      <p:pic>
        <p:nvPicPr>
          <p:cNvPr id="169" name="Google Shape;16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2306811" cy="3820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1525" y="1017725"/>
            <a:ext cx="6294225" cy="141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61527" y="2853725"/>
            <a:ext cx="4944350" cy="177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