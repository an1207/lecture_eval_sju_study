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BD8306-02DC-4EC6-9135-6C2CFD470629}">
  <a:tblStyle styleId="{C8BD8306-02DC-4EC6-9135-6C2CFD47062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ProximaNova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roximaNova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06556148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606556148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fb784ac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fb784ac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31183ff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31183ff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119c11e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f119c11e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eac6135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eac61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065561489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6065561489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eac61357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6eac61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bf265f779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bf265f779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f265f779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bf265f779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08e2c6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308e2c6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강사 소개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ko"/>
              <a:t>구준모</a:t>
            </a:r>
            <a:endParaRPr b="1"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경력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세종대학교 컴퓨터공학과 06학번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넷마블 (서버 개발, 2014 - 2022)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마브렉스 (서버 개발, 2022 - 재직중)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업무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Backend Service 설계, 개발, 성능 개선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기술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Backend: NestJs, Spring, Nginx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Data: Mysql, Redis, MQ, 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Infra: GCP, AWS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Blockchain: IMX zkEVM, Kaia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강사 소개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ko"/>
              <a:t>임상규</a:t>
            </a:r>
            <a:endParaRPr b="1"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경력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세종대학교 컴퓨터공학과 10학번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OOZOO    (</a:t>
            </a:r>
            <a:r>
              <a:rPr lang="ko"/>
              <a:t>클라이언트&amp;</a:t>
            </a:r>
            <a:r>
              <a:rPr lang="ko"/>
              <a:t>서버 개발, 2016 - 2017)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NXU          (</a:t>
            </a:r>
            <a:r>
              <a:rPr lang="ko"/>
              <a:t>클라이언트&amp;</a:t>
            </a:r>
            <a:r>
              <a:rPr lang="ko"/>
              <a:t>서버 개발, 2019 - 2023)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TAKEONE </a:t>
            </a:r>
            <a:r>
              <a:rPr lang="ko"/>
              <a:t>(서버 개발&amp;인프라 구축, 2023 - 재직중)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업무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Backend Service 개발, </a:t>
            </a:r>
            <a:r>
              <a:rPr lang="ko"/>
              <a:t>인프라 구축</a:t>
            </a:r>
            <a:endParaRPr/>
          </a:p>
          <a:p>
            <a:pPr indent="-310832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기술</a:t>
            </a:r>
            <a:endParaRPr b="1"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Backend: Node.Js, Nginx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Data: Mysql, Redis </a:t>
            </a:r>
            <a:endParaRPr/>
          </a:p>
          <a:p>
            <a:pPr indent="-310832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Infra: AWS, Azure, NCP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강사 소개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ko"/>
              <a:t>조형근</a:t>
            </a:r>
            <a:endParaRPr b="1"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경력</a:t>
            </a:r>
            <a:endParaRPr b="1"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세종대학교 컴퓨터공학과 11학번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OOZOO</a:t>
            </a:r>
            <a:r>
              <a:rPr lang="ko"/>
              <a:t>    (클라이언트 QA)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ZIPLAB     (웹 게임 기술 사업제안)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NXU          (클라이언트&amp;서버 개발)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BankwareGlobal (</a:t>
            </a:r>
            <a:r>
              <a:rPr lang="ko"/>
              <a:t>클라이언트&amp;서버 개발</a:t>
            </a:r>
            <a:r>
              <a:rPr lang="ko"/>
              <a:t>)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업무</a:t>
            </a:r>
            <a:endParaRPr b="1"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화면 및 서비스 </a:t>
            </a:r>
            <a:r>
              <a:rPr lang="ko"/>
              <a:t>개발</a:t>
            </a:r>
            <a:endParaRPr/>
          </a:p>
          <a:p>
            <a:pPr indent="-304165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ko"/>
              <a:t>기술</a:t>
            </a:r>
            <a:endParaRPr b="1"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Backend: Java Spring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Data: Mysql, Redis </a:t>
            </a:r>
            <a:endParaRPr/>
          </a:p>
          <a:p>
            <a:pPr indent="-304165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ko"/>
              <a:t>Infra: AWS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DevOps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코드 → 서비스?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코드를 작성하는 것만으로 서비스가 완성되지 않음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서버를 구성하고 배포를 통해 코드를 서버에 반영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코드에서 서비스 까지의 운영 흐름, 자동화 방식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개발자가 코드를 저장소에 푸시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자동으로 빌드 → 테스트 → 배포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모니터링으로 이슈 확인 → 수정 → 푸시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</a:t>
            </a:r>
            <a:r>
              <a:rPr lang="ko"/>
              <a:t>목표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어플리케이션 개발과 버전관리 이해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어플리케이션을 개발하고, Git을 활용해 코드 변경 이력과 버전 관리 흐름을 이해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클라우드 인프라 이해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로컬에서 개발한 백엔드 서비스를 AWS 환경에 올리기 위해 필요한 서버, 데이터베이스, 네트워크 구조를 이해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배포 과정 이해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어플리케이션을 직접 배포해보고, 수동 배포에서 CI/CD 자동화 배포로 이어지는 흐름을 경험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ko"/>
              <a:t>서비스 운영과 모니터링 이해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배포된 서비스의 운영과 상태 모니터링 기본 이해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54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최종 산출물</a:t>
            </a:r>
            <a:endParaRPr/>
          </a:p>
        </p:txBody>
      </p:sp>
      <p:pic>
        <p:nvPicPr>
          <p:cNvPr id="96" name="Google Shape;96;p19" title="ChatGPT Image 2026년 6월 14일 오후 10_48_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6200" y="1027650"/>
            <a:ext cx="6771600" cy="381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방식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매주 목표 공유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요구사항 분석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사용 기술 설명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같이 구현하며 자유로운 질문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잔여 목표는 과제로 수행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계획</a:t>
            </a:r>
            <a:endParaRPr/>
          </a:p>
        </p:txBody>
      </p:sp>
      <p:graphicFrame>
        <p:nvGraphicFramePr>
          <p:cNvPr id="108" name="Google Shape;108;p21"/>
          <p:cNvGraphicFramePr/>
          <p:nvPr/>
        </p:nvGraphicFramePr>
        <p:xfrm>
          <a:off x="357175" y="12562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{C8BD8306-02DC-4EC6-9135-6C2CFD470629}</a:tableStyleId>
              </a:tblPr>
              <a:tblGrid>
                <a:gridCol w="808375"/>
                <a:gridCol w="2514575"/>
                <a:gridCol w="5106675"/>
              </a:tblGrid>
              <a:tr h="280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주차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주제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200"/>
                        <a:t>주요 내용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1주차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샘플 애플리케이션 개발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NestJS, TypeORM, MySQL을 활용한 간단한 </a:t>
                      </a:r>
                      <a:r>
                        <a:rPr lang="ko" sz="1300"/>
                        <a:t>어</a:t>
                      </a:r>
                      <a:r>
                        <a:rPr lang="ko" sz="1300"/>
                        <a:t>플리케이션 개발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2주차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Git 사용 방법과 브랜치 전략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Git 기본 명령어, 커밋 관리, 브랜치 전략, 협업 흐름 이해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3주차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AWS 환경 설정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운영 환경을 고려한 AWS 리소스 구성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4주차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AWS 테스트 환경 구축과 네트워크 기초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EC2와 MySQL 서버 구성, 애플리케이션 수동 배포, 보안 그룹·포트·네트워크 흐름 이해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5주차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Jenkins 설치와 CI/CD 구성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Jenkins 설치, Git 연동, 빌드·배포 자동화 파이프라인 구성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6주차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서비스 신뢰성 확보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Rolling Update, 순차 배포, 장애 대응, 고가용성 구조 이해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7주차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모니터링과 문서화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/>
                        <a:t>Prometheus, Grafana를 활용한 서버 메트릭 모니터링 </a:t>
                      </a:r>
                      <a:r>
                        <a:rPr lang="ko" sz="1300"/>
                        <a:t>및</a:t>
                      </a:r>
                      <a:r>
                        <a:rPr lang="ko" sz="1300"/>
                        <a:t> 문서화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강의 계획 의견 조율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8</a:t>
            </a:r>
            <a:r>
              <a:rPr lang="ko"/>
              <a:t>월 15일 연휴 강의 여부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강의 시 7/22 종강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휴강 시 7/29 종강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</a:t>
            </a:r>
            <a:r>
              <a:rPr lang="ko"/>
              <a:t>프리티어 경험 여부 조사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